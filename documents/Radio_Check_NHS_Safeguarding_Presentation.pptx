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Safeguarding Framework for Veteran Mental Health</a:t>
            </a:r>
            <a:br/>
            <a:r>
              <a:t>Seeking NHS Guidance &amp;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Challenge: UK Veteran Mental Health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13% of UK veterans experience PTSD (vs 4% general population)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Veterans are 2-3x more likely to experience depression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High rates of isolation, especially in rural areas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Stigma prevents many from seeking traditional help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Average of 2 veteran suicides per week in the UK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"Many veterans won't walk into a clinic, but they'll open an app at 3am"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Radio Check: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 mobile-first mental health support app for UK veterans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AI 'Battle Buddies' - companions trained in military culture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24/7 availability - support when veterans need it most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No appointments, no waiting lists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Familiar, non-clinical environment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Direct connection to human support when needed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NOT a replacement for clinical care - a bridge to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Safeguarding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When AI Meets Crisis: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Users may disclose suicidal thoughts to AI before humans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Subtle language cues can indicate severe distress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Typos and informal language in crisis moments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Need for immediate, appropriate response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Balance between support and escalation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Our Question: How do we build AI that saves lives?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4-Level Risk Detection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0: Normal conversation → Continue supportive chat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1: Low distress (sadness, stress) → Acknowledge, invite to talk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2: Hopelessness language → SAFEGUARDING BEGINS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3: Self-harm thoughts → Safety check, provide resources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4: Imminent risk → CRISIS MODE, immediate resources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Key Principle: Don't wait for explicit suicide statements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308 RED Indicators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(Immediate Escalation)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"I won't be here tomorrow"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"I can't go on anymore"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"Everyone would be better without me"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"I've made a plan"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Including temporal variations: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tonight, tomorrow, in the morning, soon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255 AMBER Indicators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(Early Warning)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"There's no point"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"I'm trapped"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"Nobody understands"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• "Drinking to cope"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PTSD triggers: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</a:defRPr>
            </a:pPr>
            <a:r>
              <a:t>flashbacks, nightmares, hypervigilance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Handling Real-World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Users in crisis type quickly with mistakes. We detect anyway: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User types: "cant see me beeing here in the morning"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We detect: "can't see me being here in the morning" → RED FLAG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Example Conversation That Now Triggers RED Alert: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"hey feeking down not sureif i can go on"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"just no point in going on"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"too much I cant see me beeing here in the morning"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All three messages = IMMEDIATE RED ALERT + Crisis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Response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2-3 (Hopelessness / Self-harm thoughts):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"I'm really glad you reached out."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"That sounds incredibly heavy to carry."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"Are you safe where you are right now?"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Level 4 (Imminent Risk) - Crisis Resources: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NHS Mental Health: 111 (Option 2) - Free, 24/7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Samaritans: 116 123 - Free, 24/7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Text SHOUT: 85258 - Free, 24/7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Emergency: 999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"I'm here with you. You don't have to face this alone."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Need From NHS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Clinical Review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Are our trigger phrases clinically appropriate?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Are we missing critical indicators?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Response Guidance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Are AI responses clinically sound?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What language works best for de-escalation?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Integration Opportunities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Connection to Op Courage pathways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NHS 111 Option 2 referral protocols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Ongoing Partnership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   - Regular clinical review and refinement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Commitment: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Transparency: Full visibility of our detection algorithms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Clinical Oversight: We want NHS guidance, not just approval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Data Privacy: GDPR compliant, UK-hosted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Continuous Improvement: Regular review and refinement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Not Replacing Humans: AI supports, humans save lives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We're building technology, but we need clinical wisdom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Partnership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Immediate: Clinical review of our safeguarding framework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Short-term: Guidance on AI response language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Medium-term: Formal integration with NHS pathways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Long-term: Research partnership on AI-assisted mental health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"If we can help one veteran get through the night, this is worth it."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Radio Check</a:t>
            </a:r>
            <a:br/>
            <a:r>
              <a:t>Saving Lives, One Conversation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