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Radio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0C4DE"/>
                </a:solidFill>
              </a:defRPr>
            </a:pPr>
            <a:r>
              <a:t>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3-tier architecture: Client → API → Database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React Native (Expo) frontend - web platform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FastAPI backend with async Python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MongoDB Atlas for data persistence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OpenAI GPT-4 for AI chat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Resend for transactional email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Socket.IO for real-time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React Native (Expo)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Cross-platform web app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Python FastAPI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High-performance async API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MongoDB Atlas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Document database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AI Engine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OpenAI GPT-4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Chat companions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Resend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Socket.IO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WebSocket connections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JWT Tokens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Secure authentication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server.py - Main FastAPI application (3000+ lines)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20+ API router modules for separation of concerns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Pydantic models for request/response validation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safety.py - AI safeguarding and risk detection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encryption.py - Field-level AES encryption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cron_runner.py - Scheduled task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Router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auth.py - Authentication &amp; user management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cms.py - Content management system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shifts.py / shift_swaps.py - Staff rota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callbacks.py - Callback request handling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live_chat.py - Real-time chat (Socket.IO)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safeguarding.py - Risk alerts &amp; screening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surveys.py - Beta feedback system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buddy_finder.py - Peer matching algorithm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resources.py / podcasts.py - Content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API Endpoints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Example Endpoints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/auth/login, /auth/register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Staff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/counsellors, /peer-supporters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Shifts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/shifts, /shift-swaps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Callbacks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/callbacks, /callbacks/{id}/take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POST, PATCH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 Chat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/ai/chat, /ai/characters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POST, GET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CMS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/cms/pages, /cms/sections, /cms/cards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Surveys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/surveys/response, /surveys/stats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POST, GET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Safeguarding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/safeguarding-alerts, /panic-alert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GET, POST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User accounts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email, password_hash, role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counsellors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Counsellor profiles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name, specialization, status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peer_supporters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Peer profiles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firstName, area, background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shifts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Staff rota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staff_id, date, start/end_time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callbacks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Callback requests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name, phone, status, assigned_to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safeguarding_alerts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Risk alerts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risk_level, session_id, geo_*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cms_pages/sections/cards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CMS content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slug, title, content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survey_responses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Feedback data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type, wellbeing, nps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JWT authentication with 24-hour expiry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bcrypt password hashing with salt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Field-level AES-256 encryption (phone, email, name)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Rate limiting: 20 req/min, 5 burst, auto-block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Session timeout after 2 hours inactivity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CORS whitelist for allowed origins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Input validation via Pydantic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7 AI personas with specialised system prompts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OpenAI GPT-4 model integration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Safety monitoring for suicide/self-harm keywords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Risk scoring: GREEN → YELLOW → AMBER → RED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Automatic crisis resource injection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Geolocation capture on high-risk alerts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Session-level rate limiting (50 messages)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 Infrastructure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Vercel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Frontend hosting, CDN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Render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Python app hosting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Admin Portal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20i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Static site hosting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Staff Portal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20i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Static site hosting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MongoDB Atlas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Managed database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Configuration &amp;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Backend .env: MONGO_URL, JWT_SECRET_KEY, OPENAI_API_KEY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Frontend .env: REACT_APP_BACKEND_URL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Cron jobs on Render for shift reminders (15 min)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Data retention cleanup daily at 3 AM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Vercel deploy hooks for CI/CD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Static portals require manual FTP upload to 20i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Radio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0C4DE"/>
                </a:solidFill>
              </a:defRPr>
            </a:pPr>
            <a:r>
              <a:t>Technical Overview v2.6.0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